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roxima Nova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roximaNova-italic.fntdata"/><Relationship Id="rId10" Type="http://schemas.openxmlformats.org/officeDocument/2006/relationships/font" Target="fonts/ProximaNova-bold.fntdata"/><Relationship Id="rId12" Type="http://schemas.openxmlformats.org/officeDocument/2006/relationships/font" Target="fonts/ProximaNova-boldItalic.fntdata"/><Relationship Id="rId9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bcdda436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bcdda43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bcdda436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bcdda436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6CF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6CF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6CF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260703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F8F3A6"/>
                </a:solidFill>
              </a:rPr>
              <a:t>Python Semester </a:t>
            </a:r>
            <a:r>
              <a:rPr lang="en" sz="3800">
                <a:solidFill>
                  <a:srgbClr val="F8F3A6"/>
                </a:solidFill>
              </a:rPr>
              <a:t>Project</a:t>
            </a:r>
            <a:endParaRPr sz="3800">
              <a:solidFill>
                <a:srgbClr val="F8F3A6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Senna Smoak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365400" y="1727777"/>
            <a:ext cx="841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43F8F8"/>
                </a:solidFill>
              </a:rPr>
              <a:t>Real-Time Data Plotter</a:t>
            </a:r>
            <a:endParaRPr sz="5400">
              <a:solidFill>
                <a:srgbClr val="43F8F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98869" y="31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F8F8"/>
                </a:solidFill>
              </a:rPr>
              <a:t>Animated Line Plot</a:t>
            </a:r>
            <a:endParaRPr>
              <a:solidFill>
                <a:srgbClr val="43F8F8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345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Constructed and animated figure using the matplotlib package, pyplot and animation modules.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32327" l="2969" r="58318" t="4792"/>
          <a:stretch/>
        </p:blipFill>
        <p:spPr>
          <a:xfrm>
            <a:off x="5113973" y="218975"/>
            <a:ext cx="3840353" cy="4419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2353" l="2969" r="58318" t="66582"/>
          <a:stretch/>
        </p:blipFill>
        <p:spPr>
          <a:xfrm>
            <a:off x="1358200" y="3148150"/>
            <a:ext cx="3685228" cy="142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692" y="3229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F8F8"/>
                </a:solidFill>
              </a:rPr>
              <a:t>Real-Time Data</a:t>
            </a:r>
            <a:endParaRPr>
              <a:solidFill>
                <a:srgbClr val="43F8F8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31464" l="2863" r="47524" t="35029"/>
          <a:stretch/>
        </p:blipFill>
        <p:spPr>
          <a:xfrm>
            <a:off x="202850" y="858326"/>
            <a:ext cx="5030175" cy="24069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5132925" y="404950"/>
            <a:ext cx="3901200" cy="10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Pulled latest price data from n.exchange for bitcoin to litecoin rates.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171142" y="1105344"/>
            <a:ext cx="62352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ex_response = [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"created_on": "2026-05-04T01:29:42.558250Z",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"unix_time": "1777858182.0",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"expiration_time_unix": "1777858213.0",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"ticker": {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"ask": "1426.53352354",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"bid": "1424.50142450"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"market": {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"name": "n.exchange",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"code": "nex"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"rate": "1425.51747401961382",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"allowed_historic_price_variance": true,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"allowed_historic_price_age": true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urier New"/>
              <a:buNone/>
            </a:pPr>
            <a:r>
              <a:rPr lang="en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23475" y="45481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6CF8B2"/>
                </a:solidFill>
                <a:latin typeface="Proxima Nova"/>
                <a:ea typeface="Proxima Nova"/>
                <a:cs typeface="Proxima Nova"/>
                <a:sym typeface="Proxima Nova"/>
              </a:rPr>
              <a:t>Referenced Worksheet 12 for exception handling.</a:t>
            </a:r>
            <a:endParaRPr sz="600">
              <a:solidFill>
                <a:srgbClr val="6CF8B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171150" y="3833850"/>
            <a:ext cx="3783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Extracted the bidding and asking prices for plotting.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